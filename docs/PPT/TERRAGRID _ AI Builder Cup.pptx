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8" r:id="rId3"/>
    <p:sldId id="259" r:id="rId4"/>
    <p:sldId id="272" r:id="rId5"/>
    <p:sldId id="273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5143500" type="screen16x9"/>
  <p:notesSz cx="6858000" cy="9144000"/>
  <p:embeddedFontLst>
    <p:embeddedFont>
      <p:font typeface="Google Sans Flex" panose="020B0604020202020204" charset="0"/>
      <p:regular r:id="rId20"/>
      <p:bold r:id="rId21"/>
    </p:embeddedFont>
    <p:embeddedFont>
      <p:font typeface="Google Sans Flex Medium" panose="020B0604020202020204" charset="0"/>
      <p:regular r:id="rId22"/>
      <p:bold r:id="rId23"/>
    </p:embeddedFont>
    <p:embeddedFont>
      <p:font typeface="Google Sans Flex SemiBold" panose="020B0604020202020204" charset="0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59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A942B96A-A5AD-87B3-2009-00E808C6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>
            <a:extLst>
              <a:ext uri="{FF2B5EF4-FFF2-40B4-BE49-F238E27FC236}">
                <a16:creationId xmlns:a16="http://schemas.microsoft.com/office/drawing/2014/main" id="{994648C7-3EBA-4679-28EE-596E1138F1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4" name="Google Shape;74;g3fb085bff3c_0_11:notes">
            <a:extLst>
              <a:ext uri="{FF2B5EF4-FFF2-40B4-BE49-F238E27FC236}">
                <a16:creationId xmlns:a16="http://schemas.microsoft.com/office/drawing/2014/main" id="{6E57A990-BFB6-3E80-2877-6ABCFBC547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022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0BB31CC8-2855-5D51-5C9F-88A33B43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>
            <a:extLst>
              <a:ext uri="{FF2B5EF4-FFF2-40B4-BE49-F238E27FC236}">
                <a16:creationId xmlns:a16="http://schemas.microsoft.com/office/drawing/2014/main" id="{89A0A28A-6308-98E5-9AD7-686D8CDA2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4" name="Google Shape;74;g3fb085bff3c_0_11:notes">
            <a:extLst>
              <a:ext uri="{FF2B5EF4-FFF2-40B4-BE49-F238E27FC236}">
                <a16:creationId xmlns:a16="http://schemas.microsoft.com/office/drawing/2014/main" id="{36D84739-87BE-3AA7-93D8-FD5198F00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1209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92000" y="2772066"/>
            <a:ext cx="8760000" cy="212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 dirty="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914400" lvl="1" indent="-342900"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IN" b="1" dirty="0"/>
              <a:t>Sentinel AI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Team leader name: Sandesh Shinde 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IN" b="1" dirty="0"/>
              <a:t>Sustainability &amp; Social Impact </a:t>
            </a:r>
            <a:r>
              <a:rPr lang="en-IN" sz="1100" dirty="0"/>
              <a:t>(Build an AI-powered solution that addresses a meaningful environmental or societal challenge. Solutions may focus on improving resource efficiency, increasing accessibility, strengthening resilience, supporting communities, or enabling more informed and sustainable decision-making.)</a:t>
            </a:r>
          </a:p>
          <a:p>
            <a:pPr marL="571500" lvl="2">
              <a:buSzPts val="1800"/>
            </a:pPr>
            <a:r>
              <a:rPr lang="en-IN" sz="1800" b="1" dirty="0">
                <a:latin typeface="Google Sans Flex"/>
                <a:ea typeface="Google Sans Flex"/>
                <a:cs typeface="Google Sans Flex"/>
                <a:sym typeface="Google Sans Flex"/>
              </a:rPr>
              <a:t>		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55585"/>
            <a:ext cx="8943000" cy="365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310C44-BB49-B139-35F2-EF2AF13A0FB7}"/>
              </a:ext>
            </a:extLst>
          </p:cNvPr>
          <p:cNvSpPr txBox="1"/>
          <p:nvPr/>
        </p:nvSpPr>
        <p:spPr>
          <a:xfrm>
            <a:off x="311875" y="834346"/>
            <a:ext cx="60897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TerraGrid — Disaster Intelligence, End to End</a:t>
            </a:r>
            <a:br>
              <a:rPr lang="en-IN" dirty="0"/>
            </a:br>
            <a:r>
              <a:rPr lang="en-IN" i="1" dirty="0">
                <a:solidFill>
                  <a:srgbClr val="4285F4"/>
                </a:solidFill>
              </a:rPr>
              <a:t>Full lifecycle: Predict → Prepare → Respond → Recover</a:t>
            </a:r>
            <a:endParaRPr lang="en-IN" dirty="0">
              <a:solidFill>
                <a:srgbClr val="4285F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A24E45-7BA6-6916-2BB1-76BD15CF1E35}"/>
              </a:ext>
            </a:extLst>
          </p:cNvPr>
          <p:cNvSpPr txBox="1"/>
          <p:nvPr/>
        </p:nvSpPr>
        <p:spPr>
          <a:xfrm>
            <a:off x="311875" y="1395965"/>
            <a:ext cx="7958547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>
                <a:solidFill>
                  <a:srgbClr val="1A1A1A"/>
                </a:solidFill>
                <a:latin typeface="Google Sans Flex Medium"/>
              </a:rPr>
              <a:t>The Problem</a:t>
            </a:r>
            <a:endParaRPr lang="en-IN" sz="1000" dirty="0"/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00" b="0" i="0">
                <a:solidFill>
                  <a:srgbClr val="1A1A1A"/>
                </a:solidFill>
                <a:latin typeface="Google Sans Flex"/>
              </a:rPr>
              <a:t>Natural disasters in APAC kill thousands yearly. The core issue isn't detection—satellites handle that. The issue is speed and coordination. Disaster response today is siloed: meteorologists forecast, planners allocate resources days later, responders in the field lack real-time intel, and lessons learned never feed back to prevention. Decision-to-action takes hours. By then, preventable lives are lost.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150" b="1" i="0">
                <a:solidFill>
                  <a:srgbClr val="1A1A1A"/>
                </a:solidFill>
                <a:latin typeface="Google Sans Flex Medium"/>
              </a:rPr>
              <a:t>The Solution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0" i="0">
                <a:solidFill>
                  <a:srgbClr val="1A1A1A"/>
                </a:solidFill>
                <a:latin typeface="Google Sans Flex"/>
              </a:rPr>
              <a:t>TerraGrid is an AI-powered disaster intelligence platform built around a four-phase lifecycle. Two phases are working in this prototype today; two are the near-term roadmap: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Google Sans Flex"/>
              </a:rPr>
              <a:t>1. PREPARE </a:t>
            </a:r>
            <a:r>
              <a:rPr sz="900" b="0" i="1">
                <a:solidFill>
                  <a:srgbClr val="1E8E3E"/>
                </a:solidFill>
                <a:latin typeface="Google Sans Flex"/>
              </a:rPr>
              <a:t>(live in this prototype) </a:t>
            </a:r>
            <a:r>
              <a:rPr sz="1000" b="0" i="0">
                <a:solidFill>
                  <a:srgbClr val="1A1A1A"/>
                </a:solidFill>
                <a:latin typeface="Google Sans Flex"/>
              </a:rPr>
              <a:t>— AI-generated impact analysis and preparedness checklists, 7-day risk forecasting across 8 cities, per-audience agency alert drafting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Google Sans Flex"/>
              </a:rPr>
              <a:t>2. RESPONSE </a:t>
            </a:r>
            <a:r>
              <a:rPr sz="900" b="0" i="1">
                <a:solidFill>
                  <a:srgbClr val="1E8E3E"/>
                </a:solidFill>
                <a:latin typeface="Google Sans Flex"/>
              </a:rPr>
              <a:t>(live in this prototype) </a:t>
            </a:r>
            <a:r>
              <a:rPr sz="1000" b="0" i="0">
                <a:solidFill>
                  <a:srgbClr val="1A1A1A"/>
                </a:solidFill>
                <a:latin typeface="Google Sans Flex"/>
              </a:rPr>
              <a:t>— Live multi-hazard incident dashboard, AI decision support (Gemini), evacuation route pre-calculation, multi-channel WhatsApp/email alerting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Google Sans Flex"/>
              </a:rPr>
              <a:t>3. PREDICT </a:t>
            </a:r>
            <a:r>
              <a:rPr sz="900" b="0" i="1">
                <a:solidFill>
                  <a:srgbClr val="B86E00"/>
                </a:solidFill>
                <a:latin typeface="Google Sans Flex"/>
              </a:rPr>
              <a:t>(roadmap — next sprint) </a:t>
            </a:r>
            <a:r>
              <a:rPr sz="1000" b="0" i="0">
                <a:solidFill>
                  <a:srgbClr val="1A1A1A"/>
                </a:solidFill>
                <a:latin typeface="Google Sans Flex"/>
              </a:rPr>
              <a:t>— 6-month early warning from climate signals (ENSO, seasonal rainfall)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Google Sans Flex"/>
              </a:rPr>
              <a:t>4. RECOVER </a:t>
            </a:r>
            <a:r>
              <a:rPr sz="900" b="0" i="1">
                <a:solidFill>
                  <a:srgbClr val="B86E00"/>
                </a:solidFill>
                <a:latin typeface="Google Sans Flex"/>
              </a:rPr>
              <a:t>(roadmap) </a:t>
            </a:r>
            <a:r>
              <a:rPr sz="1000" b="0" i="0">
                <a:solidFill>
                  <a:srgbClr val="1A1A1A"/>
                </a:solidFill>
                <a:latin typeface="Google Sans Flex"/>
              </a:rPr>
              <a:t>— Before/after satellite damage assessment, recovery tracking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1A1A1A"/>
                </a:solidFill>
                <a:latin typeface="Google Sans Flex"/>
              </a:rPr>
              <a:t>Unlike point solutions (fire detection, earthquake dashboards), TerraGrid connects phases into one workflow instead of leaving teams to stitch together disconnected tools. Every AI recommendation is logged — what data informed it, what the model returned — so the reasoning behind a suggested action is auditable, not a black 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317602" y="578917"/>
            <a:ext cx="8943000" cy="1385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algn="l" rtl="0">
              <a:spcBef>
                <a:spcPts val="0"/>
              </a:spcBef>
              <a:spcAft>
                <a:spcPts val="100"/>
              </a:spcAft>
              <a:buSzPts val="1300"/>
              <a:buNone/>
            </a:pPr>
            <a:r>
              <a:rPr sz="1300" b="0" i="0" dirty="0">
                <a:solidFill>
                  <a:srgbClr val="1A1A1A"/>
                </a:solidFill>
                <a:latin typeface="Google Sans Flex Medium"/>
              </a:rPr>
              <a:t>How different is it from any of the other existing ideas?</a:t>
            </a:r>
            <a:endParaRPr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1050" b="1" i="0" dirty="0">
                <a:solidFill>
                  <a:srgbClr val="1A1A1A"/>
                </a:solidFill>
                <a:latin typeface="Google Sans Flex Medium"/>
              </a:rPr>
              <a:t>Current Market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NASA/USGS dashboards → fire/earthquake detection only, no response coordination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Weather forecasting apps → forecast only, no action planning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Emergency management platforms → manual, spreadsheet-driven decisions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Routing apps (Google Maps) → general navigation, not disaster-aware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317602" y="2750000"/>
          <a:ext cx="8508796" cy="2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8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Google Sans Flex Medium"/>
                        </a:rPr>
                        <a:t>Aspect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Google Sans Flex Medium"/>
                        </a:rPr>
                        <a:t>Others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Google Sans Flex Medium"/>
                        </a:rPr>
                        <a:t>TerraGrid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Scope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Single phase (usually RESPONSE only)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PREPARE + RESPONSE live today; PREDICT + RECOVER roadmapped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Intelligence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Shows raw data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AI-generated recommendations with confidence scoring (Gemini 2.5 Flash)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Auditability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Black box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Every API fetch + AI response logged to disk for cross-check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Alerting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Manual, single-channel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Automated, multi-channel (WhatsApp + email), per-audience tone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Integration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One source, one tool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7 live data sources unified in one dashboard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Resilience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Fails silently on source outage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Automatic retry + backoff + graceful fallback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C762EECC-6483-BF04-C796-A41BB2217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>
            <a:extLst>
              <a:ext uri="{FF2B5EF4-FFF2-40B4-BE49-F238E27FC236}">
                <a16:creationId xmlns:a16="http://schemas.microsoft.com/office/drawing/2014/main" id="{B94EE4CA-01AC-9D55-9E0A-88F0895128E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>
            <a:extLst>
              <a:ext uri="{FF2B5EF4-FFF2-40B4-BE49-F238E27FC236}">
                <a16:creationId xmlns:a16="http://schemas.microsoft.com/office/drawing/2014/main" id="{B8E24146-7543-98BD-9587-15EEAC9B5F2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49C01654-834B-ABBD-BD46-71D16624A432}"/>
              </a:ext>
            </a:extLst>
          </p:cNvPr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BB05B7D0-2989-16DB-A915-735B6423FE94}"/>
              </a:ext>
            </a:extLst>
          </p:cNvPr>
          <p:cNvSpPr txBox="1"/>
          <p:nvPr/>
        </p:nvSpPr>
        <p:spPr>
          <a:xfrm>
            <a:off x="317602" y="578917"/>
            <a:ext cx="8943000" cy="4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None/>
            </a:pPr>
            <a:r>
              <a:rPr sz="1300" b="0" i="0">
                <a:solidFill>
                  <a:srgbClr val="1A1A1A"/>
                </a:solidFill>
                <a:latin typeface="Google Sans Flex Medium"/>
              </a:rPr>
              <a:t>How will it be able to solve the problem?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 i="0">
                <a:solidFill>
                  <a:srgbClr val="1A1A1A"/>
                </a:solidFill>
                <a:latin typeface="Google Sans Flex"/>
              </a:rPr>
              <a:t>The Problem: Decision-to-action takes hours today. Preventable lives are lost.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TerraGrid's Solution Path (live today): 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PREPARE (AI impact analysis + checklists) → RESPONSE (live dashboard + AI-recommended actions + multi-channel alerts)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0" i="1">
                <a:solidFill>
                  <a:srgbClr val="B86E00"/>
                </a:solidFill>
                <a:latin typeface="Google Sans Flex"/>
              </a:rPr>
              <a:t>PREDICT and RECOVER — early warning and post-event learning — are the next two phases on the roadmap, not yet built.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1" i="0">
                <a:solidFill>
                  <a:srgbClr val="1A1A1A"/>
                </a:solidFill>
                <a:latin typeface="Google Sans Flex Medium"/>
              </a:rPr>
              <a:t>Key Mechanisms (what's actually running):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✓  </a:t>
            </a:r>
            <a:r>
              <a:rPr sz="950" b="1" i="0">
                <a:solidFill>
                  <a:srgbClr val="1A1A1A"/>
                </a:solidFill>
                <a:latin typeface="Google Sans Flex"/>
              </a:rPr>
              <a:t>Real-time Multi-Source Intelligence: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 7 APIs auto-ingested (NASA EONET, USGS, NOAA, GDACS, OpenWeatherMap, OSM, OSRM) — no manual data gathering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✓  </a:t>
            </a:r>
            <a:r>
              <a:rPr sz="950" b="1" i="0">
                <a:solidFill>
                  <a:srgbClr val="1A1A1A"/>
                </a:solidFill>
                <a:latin typeface="Google Sans Flex"/>
              </a:rPr>
              <a:t>AI Decision Support: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 Gemini 2.5 Flash generates response plans, preparedness actions, and agency alert drafts, each with a confidence score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✓  </a:t>
            </a:r>
            <a:r>
              <a:rPr sz="950" b="1" i="0">
                <a:solidFill>
                  <a:srgbClr val="1A1A1A"/>
                </a:solidFill>
                <a:latin typeface="Google Sans Flex"/>
              </a:rPr>
              <a:t>Evacuation Route Pre-Calculation: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 OSRM road-network routing with automatic geodesic fallback if the routing service fails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✓  </a:t>
            </a:r>
            <a:r>
              <a:rPr sz="950" b="1" i="0">
                <a:solidFill>
                  <a:srgbClr val="1A1A1A"/>
                </a:solidFill>
                <a:latin typeface="Google Sans Flex"/>
              </a:rPr>
              <a:t>Multi-Channel Alerts: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 WhatsApp (WAHA) + Email (Resend), tone adapted per audience (farmers, hospitals, NGOs, municipal corps)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✓  </a:t>
            </a:r>
            <a:r>
              <a:rPr sz="950" b="1" i="0">
                <a:solidFill>
                  <a:srgbClr val="1A1A1A"/>
                </a:solidFill>
                <a:latin typeface="Google Sans Flex"/>
              </a:rPr>
              <a:t>Cross-Check Logging: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 every external API call and every Gemini response is saved to disk as a JSON envelope — auditable, not a black box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Google Sans Flex"/>
              </a:rPr>
              <a:t>Result: </a:t>
            </a:r>
            <a:r>
              <a:rPr sz="950" b="0" i="1">
                <a:solidFill>
                  <a:srgbClr val="5F5F5F"/>
                </a:solidFill>
                <a:latin typeface="Google Sans Flex"/>
              </a:rPr>
              <a:t>TerraGrid automates the data-gathering and first-draft-recommendation steps, compressing the manual analysis chain. Exact time savings have not been formally benchmarked yet.</a:t>
            </a:r>
          </a:p>
        </p:txBody>
      </p:sp>
    </p:spTree>
    <p:extLst>
      <p:ext uri="{BB962C8B-B14F-4D97-AF65-F5344CB8AC3E}">
        <p14:creationId xmlns:p14="http://schemas.microsoft.com/office/powerpoint/2010/main" val="2390917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538C6F0E-05B1-5E11-B4DA-3D56BED6B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>
            <a:extLst>
              <a:ext uri="{FF2B5EF4-FFF2-40B4-BE49-F238E27FC236}">
                <a16:creationId xmlns:a16="http://schemas.microsoft.com/office/drawing/2014/main" id="{3A60DF42-C91B-5A0C-5966-F48F503BF7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>
            <a:extLst>
              <a:ext uri="{FF2B5EF4-FFF2-40B4-BE49-F238E27FC236}">
                <a16:creationId xmlns:a16="http://schemas.microsoft.com/office/drawing/2014/main" id="{676695C4-3C5E-7171-A17C-8DEEF7DEA84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F9AE4601-5F1E-A405-F71B-43E571910428}"/>
              </a:ext>
            </a:extLst>
          </p:cNvPr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9D4022F3-E4A1-3B2F-048D-E8A487EB547F}"/>
              </a:ext>
            </a:extLst>
          </p:cNvPr>
          <p:cNvSpPr txBox="1"/>
          <p:nvPr/>
        </p:nvSpPr>
        <p:spPr>
          <a:xfrm>
            <a:off x="317602" y="578917"/>
            <a:ext cx="8943000" cy="2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None/>
            </a:pPr>
            <a:r>
              <a:rPr sz="1300" b="0" i="0">
                <a:solidFill>
                  <a:srgbClr val="1A1A1A"/>
                </a:solidFill>
                <a:latin typeface="Google Sans Flex Medium"/>
              </a:rPr>
              <a:t>USP of the proposed solution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#1: Phase Integration, Not a Point Solution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PREPARE + RESPONSE connected today; PREDICT + RECOVER next on the roadmap — working toward full-lifecycle coverage, not stopping at detection.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#2: AI That Recommends, Not Just Displays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Gemini drafts a response plan, checklist, and agency alert — confidence-scored, human-reviewed before send.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#3: Auditable AI, Not a Black 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Every API fetch and Gemini response is logged to disk, folder-wise — the reasoning behind any recommendation can be checked against raw data.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#4: Resilient Data Pipeline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Automatic retry + backoff + graceful fallback when any source fails — the dashboard degrades, it doesn't break.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#5: Google Cloud Native Stack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Vertex AI (Gemini) + Earth Engine (Sentinel-1 SAR); deployment target is Cloud Run, not yet deployed at submission time.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317602" y="3150000"/>
          <a:ext cx="8508796" cy="17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8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00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Google Sans Flex Medium"/>
                        </a:rPr>
                        <a:t>Feature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Google Sans Flex Medium"/>
                        </a:rPr>
                        <a:t>Existing Solutions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Google Sans Flex Medium"/>
                        </a:rPr>
                        <a:t>TerraGrid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Multi-phase workflow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2 of 4 phases live, 2 roadmapped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AI-drafted recommendations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Auditable AI input/output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Resilient to source failure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B86E00"/>
                          </a:solidFill>
                          <a:latin typeface="Google Sans Flex"/>
                        </a:rPr>
                        <a:t>Varies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Multi-channel alerting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B86E00"/>
                          </a:solidFill>
                          <a:latin typeface="Google Sans Flex"/>
                        </a:rPr>
                        <a:t>Varies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WhatsApp + Email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Google Cloud AI native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336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65350" y="1180000"/>
            <a:ext cx="8613300" cy="3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 dirty="0">
                <a:solidFill>
                  <a:srgbClr val="1E8E3E"/>
                </a:solidFill>
                <a:latin typeface="Google Sans Flex Medium"/>
              </a:rPr>
              <a:t>LIVE IN PROTOTYPE — RESPONSE phase (92% shipped)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Live multi-hazard incident dashboard (earthquake, volcano, wildfire, storm, flood) with threat scoring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AI Decision Support (Gemini 2.5 Flash): response plans, preparedness actions, agency alert drafts, deep dossiers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Evacuation route pre-calculation (OSRM road-network routing, geodesic fallback on failure)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Live infrastructure mapping — hospitals, fire stations, schools, power, bridges (OpenStreetMap/Overpass)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Satellite cross-validation + Sentinel-1 SAR flood detection (Google Earth Engine)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Multi-channel alerting — WhatsApp (WAHA) and email (Resend), per-audience templates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Decision lineage / audit trail and real-time WebSocket dashboard updates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 dirty="0">
                <a:solidFill>
                  <a:srgbClr val="1E8E3E"/>
                </a:solidFill>
                <a:latin typeface="Google Sans Flex Medium"/>
              </a:rPr>
              <a:t>LIVE IN PROTOTYPE — PREPARE phase (89% shipped)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7-day risk escalation forecast across 8 monitored cities (</a:t>
            </a:r>
            <a:r>
              <a:rPr sz="900" b="0" i="0" dirty="0" err="1">
                <a:solidFill>
                  <a:srgbClr val="1A1A1A"/>
                </a:solidFill>
                <a:latin typeface="Google Sans Flex"/>
              </a:rPr>
              <a:t>OpenWeatherMap</a:t>
            </a:r>
            <a:r>
              <a:rPr sz="900" b="0" i="0" dirty="0">
                <a:solidFill>
                  <a:srgbClr val="1A1A1A"/>
                </a:solidFill>
                <a:latin typeface="Google Sans Flex"/>
              </a:rPr>
              <a:t>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Risk Escalation Timeline — day-by-day confidence %, per city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AI-generated Preparedness Checklist with per-agency task assignment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Agency Alert Templates — tone adapted per audience (farmers, hospitals, NGOs, municipal corps)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Source of Truth indicator — flags degraded/stale data instead of hiding 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 dirty="0">
                <a:solidFill>
                  <a:srgbClr val="1857B8"/>
                </a:solidFill>
                <a:latin typeface="Google Sans Flex Medium"/>
              </a:rPr>
              <a:t>PLATFORM-WIDE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Raw data cross-check logging — every external API + Gemini response saved to disk, folder-wise, for audit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Resilient data fetch — automatic retry + backoff and graceful fallback on source failure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 dirty="0">
                <a:solidFill>
                  <a:srgbClr val="B86E00"/>
                </a:solidFill>
                <a:latin typeface="Google Sans Flex Medium"/>
              </a:rPr>
              <a:t>ROADMAP — not yet built (shown honestly, not demoed)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PREDICT phase (0/8 features) — ENSO monitoring, seasonal rainfall outlook, climate signal dashboard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1A1A1A"/>
                </a:solidFill>
                <a:latin typeface="Google Sans Flex"/>
              </a:rPr>
              <a:t>•  RECOVER phase (0/11 features) — before/after damage assessment, recovery milestone tracking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EE5C0A-4F6A-2008-2DA9-A7FB65808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950" y="217868"/>
            <a:ext cx="79226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0" y="543420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D26A76-2690-D696-EE09-2A0841D25C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038496"/>
            <a:ext cx="9144000" cy="381925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65350" y="1180000"/>
            <a:ext cx="8613300" cy="3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Languages: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Python 3.13, TypeScript / JavaScript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Backend: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FastAPI, Pydantic, SQLAlchemy + Alembic, APScheduler, websockets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Database: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PostgreSQL (psycopg2)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Frontend: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Vue 3, Vite, Pinia, Vue Router, vue-i18n, Mapbox GL JS, Axios, Tailwind CSS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Google Cloud / AI: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Vertex AI (Gemini 2.5 Flash), Google Earth Engine, Cloud Storage, Secret Manager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External data APIs: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NASA EONET, USGS Earthquake, NOAA, GDACS, OpenWeatherMap, OpenStreetMap / Overpass, OSRM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Alerting: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WAHA (WhatsApp), Resend (email)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DevOps: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Docker, Docker Compose, GitHub Actions CI, pytest</a:t>
            </a:r>
          </a:p>
          <a:p>
            <a:pPr>
              <a:spcBef>
                <a:spcPts val="800"/>
              </a:spcBef>
            </a:pPr>
            <a:r>
              <a:rPr sz="850" b="0" i="1">
                <a:solidFill>
                  <a:srgbClr val="5F5F5F"/>
                </a:solidFill>
                <a:latin typeface="Google Sans Flex"/>
              </a:rPr>
              <a:t>Note: Redis and Google Cloud Pub/Sub are present in the codebase but not actively wired into the running prototype at submission time — listed here for transparency, not counted as shipped features.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a217bfd-7fc6-4e23-babe-07368f99370d}" enabled="1" method="Standard" siteId="{fda9decf-e892-43ac-9d9f-1a493f9f98d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1446</Words>
  <Application>Microsoft Office PowerPoint</Application>
  <PresentationFormat>On-screen Show (16:9)</PresentationFormat>
  <Paragraphs>130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Google Sans Flex SemiBold</vt:lpstr>
      <vt:lpstr>Google Sans Flex Medium</vt:lpstr>
      <vt:lpstr>Google Sans Flex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Shinde, Sandesh - [Magellan]</cp:lastModifiedBy>
  <cp:revision>10</cp:revision>
  <dcterms:modified xsi:type="dcterms:W3CDTF">2026-10-15T10:05:57Z</dcterms:modified>
</cp:coreProperties>
</file>