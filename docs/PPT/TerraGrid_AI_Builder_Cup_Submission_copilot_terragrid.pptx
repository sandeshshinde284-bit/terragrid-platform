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22C"/>
                </a:solidFill>
              </a:rPr>
              <a:t>AI BUILDER CUP · SUSTAINABILITY &amp; SOCIAL IMPACT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671255" y="914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93A3"/>
                </a:solidFill>
              </a:rPr>
              <a:t>Submission Deck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3063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FD8D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Disaster Intelligence, End to End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DC"/>
                </a:solidFill>
              </a:rPr>
              <a:t>One connected lifecycle — Predict, Prepare, Respond, Recover — replacing four disconnected tools with a single auditable platform.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7160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Predict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880360" y="4572000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7472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Prepare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983480" y="4572000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7784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Respond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08660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Recover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5394960"/>
            <a:ext cx="10637215" cy="0"/>
          </a:xfrm>
          <a:prstGeom prst="line">
            <a:avLst/>
          </a:prstGeom>
          <a:noFill/>
          <a:ln w="12700">
            <a:solidFill>
              <a:srgbClr val="2B39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Team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806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4F2"/>
                </a:solidFill>
              </a:rPr>
              <a:t>Sentinel AI — Sandesh Shinde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5806440"/>
            <a:ext cx="4556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C"/>
                </a:solidFill>
              </a:rPr>
              <a:t>Sustainability &amp; Social Impact — an AI-powered solution strengthening resilience and enabling more informed, sustainable decision-making.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ABOUT THE IDEA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 — Disaster Intelligence, End to End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Full lifecycle: Predict → Prepare → Respond → Recover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286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</a:rPr>
              <a:t>The problem — detection isn't the gap. Coordination is.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74320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Natural disasters across APAC cost thousands of lives every year. Response today is siloed: meteorologists forecast in isolation, planners allocate resources days later, field responders lack real-time intel, and lessons never feed back into prevention.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05840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Satellites &amp; sensors catch threats instantly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390824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573704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73704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in agency-specific tools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05840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88720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assigned days too late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390824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573704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573704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field intel or feedback loop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78728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507328" y="228600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4F2"/>
                </a:solidFill>
              </a:rPr>
              <a:t>The solution — one connected lifecycle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7889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01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964528" y="2788920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Predict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6964528" y="3044952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6-month early-warning signal from climate indicators — ENSO, seasonal rainfall outlook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507328" y="35387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</a:rPr>
              <a:t>02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96452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Prepare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964528" y="379476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AI-generated 7-day risk forecasts across 8 cities, preparedness checklists, and automated agency alert drafts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507328" y="42885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22C"/>
                </a:solidFill>
              </a:rPr>
              <a:t>03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964528" y="428853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Respond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6964528" y="45445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Live multi-hazard dashboard, Gemini-powered decision support, and evacuation-route pre-calculation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507328" y="50383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04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964528" y="5038344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Recover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964528" y="5294376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Before/after satellite damage assessment and recovery-progress tracking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8978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568"/>
                </a:solidFill>
              </a:rPr>
              <a:t>Every AI recommendation is logged — the data sources and model reasoning behind it are auditable, not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4-PHASE MODEL — HOW THE IDEA OPERATES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6-Month Signal To A 24-Hour Recovery Window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1832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- 6 MONTHS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Predict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El Niño / La Niña signals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ENSO outlook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Rainfall anomalies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41832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41832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50–80%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454832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19424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- 30 DAYS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619424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Prepare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619424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Seasonal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Regional risk baseline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Evacuation route planning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619424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619424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</a:rPr>
              <a:t>Target band: 70–90%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32424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97016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- 24H TO NOW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297016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Respond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6297016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Operational hazard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Active incident monitoring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Live AI decision support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297016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297016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22C"/>
                </a:solidFill>
              </a:rPr>
              <a:t>Target band: 85–99%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810015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74607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+ 24 HOURS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974607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Recover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8974607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Impact assessment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Damage tracking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Recovery planning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974607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74607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70–85%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3A3"/>
                </a:solidFill>
              </a:rPr>
              <a:t>Confidence bands are design targets for how the system should communicate certainty at each phase — not measured accuracy, since no formal accuracy benchmarking has been run yet (see Performance).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DIFFERENTIATION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Is TerraGrid Different?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/ USGS Dashboards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earthquake detection only — no response coordination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70834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3714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Forecasting Apps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653714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only — no actionable planning or response integration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64428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7308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Management Tools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347308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spreadsheet-driven decisions with high latency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858021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40901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Apps (Google Maps)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040901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point-to-point navigation — not disaster-aware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926080"/>
          <a:ext cx="106372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FD8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TerraGrid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phase, usually response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lifecycle — Predict, Prepare, Respond, Recover — one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Intelligence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raw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AI-generated recommendations with confidence scoring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AI recommendation logged — source data and model output both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Manual, single-channel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Automated, audience-tailored email — WhatsApp/SMS channels 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source, one tool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live data sources unified in one 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 silently on source outage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retry with backoff on failed sends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77240" y="617220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</a:rPr>
              <a:t>TerraGrid bridges the gap between raw data and actionable AI decision-making, with full operational resilience.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IT SOLVE THE PROBLEM?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Hours To Minutes — Automating The Decision Pipeline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Decision-to-action today can take hours; preventable lives are lost to delayed information. TerraGrid automates the data-gathering and recommendation pipeline so the response team starts from a drafted plan, not a blank page.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Intelligence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Auto-ingests 6 live data sources — NASA EONET, USGS, NOAA, GDACS, OpenWeatherMap, OpenStreetMap/Overpass — with zero manual data-gathering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83938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66818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Decision Support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66818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generates action timelines, preparedness checklists, and agency alert drafts with confidence scoring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990637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73517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Route Pre-Calc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73517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routing, with an automatic geodesic-distance fallback if the routing service is unreachable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0120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Audience-Tailored Alerts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Tone-adapted email for farmers, hospitals, NGOs, and municipal corps — WhatsApp/SMS channels in progress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383938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66818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Logging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66818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API payload and Gemini response is saved as a timestamped, auditable record — never a black box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990637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73517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173517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automated pipeline replaces hours of manual cross-referencing with one auditable dashboard.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77240" y="5257800"/>
            <a:ext cx="10637215" cy="1005840"/>
          </a:xfrm>
          <a:prstGeom prst="roundRect">
            <a:avLst>
              <a:gd name="adj" fmla="val 7273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1005840" y="53766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551B"/>
                </a:solidFill>
              </a:rPr>
              <a:t>EXPECTED IMPACT — ILLUSTRATIVE, NOT MEASURED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650992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330"/>
                </a:solidFill>
              </a:rPr>
              <a:t>Directional only, based on the automation above — not from field trials or load testing: removing the manual data-gathering and first-draft-writing steps shortens decision time from hours toward minutes, and consolidates work that today spans several agency-specific tools into one dashboard.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 Selling Proposition (USP)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173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4"/>
                </a:solidFill>
              </a:rPr>
              <a:t>Six core differentiators that set TerraGrid apart from legacy disaster-tech point tools.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Unified Lifecycle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Connects Prepare and Respond today, with Predict and Recover planned next, into one continuous platform instead of four disconnected tools.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0120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First integrated full-lifecycle platform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99178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82058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82058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993538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Action Recommendations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82058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Gemini generates specific, confidence-scored instructions and alert drafts — not raw maps the responder has to interpret.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82058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82058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Turns data into actionable intelligence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021117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03997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03997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615477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Decision Lineage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03997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Every recommendation keeps a full trail — data source → model reasoning → output — logged and inspectable, not a black box.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8203997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203997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Auditable, evidence-based response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7240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60120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6012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1371600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Resilient Routing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Evacuation routes are pre-calculated per incident via OSRM, with an automatic geodesic-distance fallback if the routing service fails.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960120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60120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Degrades gracefully, never silently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399178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582058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82058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4993538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Audience-Aware Alerting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82058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Email messaging is tone-adapted per recipient — farmers, hospitals, NGOs, municipal corps — not one generic broadcast. WhatsApp/SMS channels are in progress.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582058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582058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Zero-friction, audience-matched delivery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8021117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03997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203997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615477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Google Cloud Native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8203997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Built on Vertex AI (Gemini 2.5 Flash), Google Earth Engine, and Cloud Run — a deployment target chosen for auto-scaling, ahead of production rollout.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203997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8203997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Built for enterprise-grade scale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Built And Working Today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182880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196596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230428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Multi-Source Intelligence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57860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6 live APIs auto-ingested — NASA EONET, USGS, NOAA, GDACS, OpenWeatherMap, OSM/Overpass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470834" y="182880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07994" y="196596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07994" y="230428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AI Decision Support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607994" y="257860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Gemini 2.5 Flash generates action plans with confidence scoring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164428" y="182880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1588" y="196596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01588" y="230428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Satellite Verification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01588" y="257860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Sentinel-1 SAR cross-validation via Google Earth Engine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58021" y="182880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95181" y="196596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995181" y="230428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Decision Lineage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995181" y="257860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Every AI output logged as a timestamped, auditable record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777240" y="315468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14400" y="3291840"/>
            <a:ext cx="274320" cy="27432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14400" y="363016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7-Day Risk Forecasting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" y="390448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Rolling forecasts across 8 cities, updated continuously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3470834" y="315468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07994" y="3291840"/>
            <a:ext cx="274320" cy="27432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607994" y="363016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Risk-Escalation Timeline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3607994" y="390448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AI-generated, phase-by-phase escalation outlook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6164428" y="315468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301588" y="3291840"/>
            <a:ext cx="274320" cy="27432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01588" y="363016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Preparedness Checklists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301588" y="390448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Auto-generated per agency, ready before an event escalates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8858021" y="315468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995181" y="3291840"/>
            <a:ext cx="274320" cy="27432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95181" y="363016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Agency Alert Drafting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8995181" y="390448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Automated first-draft alerts, ready for review and send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777240" y="448056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14400" y="4617720"/>
            <a:ext cx="274320" cy="27432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14400" y="495604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Live Incident Dashboard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914400" y="523036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Multi-hazard map + detail panel, WebSocket-live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3470834" y="448056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07994" y="4617720"/>
            <a:ext cx="274320" cy="27432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607994" y="495604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Evacuation Routing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3607994" y="523036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OSRM road-network routing with automatic geodesic fallback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6164428" y="448056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301588" y="4617720"/>
            <a:ext cx="274320" cy="27432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301588" y="495604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Audience-Tailored Alerts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6301588" y="523036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Role-based email dispatch — farmers, hospitals, NGOs, municipal corps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8858021" y="4480560"/>
            <a:ext cx="2556434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995181" y="4617720"/>
            <a:ext cx="274320" cy="27432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8995181" y="4956048"/>
            <a:ext cx="2282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</a:rPr>
              <a:t>Multi-Language UI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8995181" y="5230368"/>
            <a:ext cx="22821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684"/>
                </a:solidFill>
              </a:rPr>
              <a:t>vue-i18n across the dashboard, with interactive Mapbox GL mapping</a:t>
            </a:r>
            <a:endParaRPr lang="en-US" sz="850" dirty="0"/>
          </a:p>
        </p:txBody>
      </p:sp>
      <p:sp>
        <p:nvSpPr>
          <p:cNvPr id="56" name="Text 53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470"/>
                </a:solidFill>
              </a:rPr>
              <a:t>WhatsApp (WAHA) alerting is built and self-hosted but not yet production-reliable; SMS is in progress — both stay off this list until confirmed.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Disaster Lifecycle, As Built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efc5ace416bee97a84d8a2941dfa8329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Architecture, As Deployed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d0fc448611146c1aa89d7aeca1c3ec3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Verified Against The Codebase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 · Pinia · Vue Router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GL JS (live map)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live updates · vue-i18n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83938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66818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66818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3.13)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SQLAlchemy + Alembic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· WebSocket server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Decision-lineage &amp; validation logging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90637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73517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— Google Cloud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73517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— Gemini 2.5 Flash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support, risk analysis, alert drafting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— Sentinel-1 SAR flood detection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77240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Routing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geodesic-distance fallback on failure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83938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66818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566818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— Gmail SMTP, per-audience templates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(WAHA) built, self-hosted — not yet production-reliable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990637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73517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 (6 sources)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173517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EONET · USGS · NOAA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GDACS · OpenWeatherMap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/ Overpass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77240" y="5349240"/>
            <a:ext cx="10637215" cy="868680"/>
          </a:xfrm>
          <a:prstGeom prst="roundRect">
            <a:avLst>
              <a:gd name="adj" fmla="val 7368"/>
            </a:avLst>
          </a:prstGeom>
          <a:solidFill>
            <a:srgbClr val="E9E7D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0120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In the codebase but dormant/unreliable in this prototype: Redis (caching), Pub/Sub (messaging), OSM/Overpass (frequently times out, fails gracefully).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187288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Deployment targets: Firebase Hosting (frontend) + Google Cloud Run (backend API) + Docker, CI via GitHub Actions — not yet deployed to production at submission time.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IMPLEMENTATION COST (OPTIONAL)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Mostly On Free &amp; Open Tiers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Illustrative — based on public list pricing for each service, not an audited cost model. No formal cost analysis has been run.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EONET, USGS, NOAA, GDACS, OpenWeatherMap, OSM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disaster &amp; weather APIs, no license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OSRM routing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(self-hosted)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 routing engine, no per-call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 Run, PostgreSQL hosting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Generous free tier, scales with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AI — Gemini 2.5 Flash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tier is the low-cost Gemini model; billed per 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Earth Engine (Sentinel-1 SAR)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for this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Non-commercial / research usage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Mapbox GL JS tiles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Covers prototype-level map-load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 SMTP (email)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email account — no per-send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OF THE PROTOTYPE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Screens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Dashboard screenshot ]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</a:rPr>
              <a:t>Dashboard — real-time situational awareness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99178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Prepare screenshot ]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36338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Prepare — 7-day risk forecasting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21117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Respond screenshot ]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158277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22C"/>
                </a:solidFill>
              </a:rPr>
              <a:t>Respond — live incident command center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5778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0"/>
                </a:solidFill>
              </a:rPr>
              <a:t>Placeholders only — replace each panel with a real screenshot from the running prototype before presenting.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VALIDATION STATUS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Already Resilient vs. What's Left To Measure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459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Left: resilience mechanisms that exist in the code today, checked directly against the source. Right: the formal testing not yet run — scoped honestly instead of filled with invented numbers.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Built into the code today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8036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OSRM routing falls back to geodesic distance automatically on failure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Alert sends retry with backoff instead of failing silently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WebSocket push keeps the dashboard live without manual refresh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Every API call and Gemini response is logged as a timestamped, inspectable record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3008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461608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551B"/>
                </a:solidFill>
              </a:rPr>
              <a:t>Not yet measured — planned before launch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461608" y="2880360"/>
            <a:ext cx="47242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Formal load testing (e.g. JMeter) under concurrent users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Security scanning (e.g. OWASP ZAP) and a penetration pass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Measured uptime and Gemini decision-support accuracy against ground truth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61608" y="5120640"/>
            <a:ext cx="4724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330"/>
                </a:solidFill>
              </a:rPr>
              <a:t>We'd rather report these honestly as not-yet-run than publish invented benchmark numbers.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phase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early-warning signal from climate indicators — ENSO, seasonal rainfall outlook — surfaced on a climate-signal dashboard.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0148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93028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phase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93028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satellite damage assessment and recovery-milestone tracking once an incident stabilizes.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7240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+ Seasonal Outlook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near-term: NOAA CPC El Niño/La Niña monitoring, seasonal rainfall outlook, and a climate-signal dashboard.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3477692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660572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Damage Comparison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660572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near-term: before/after Sentinel-2 optical imagery and a damage-mapping dashboard.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6178144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61024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 Dispatch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61024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SMS alerting alongside email — once WAHA's reliability is re-validated and an SMS provider is evaluated.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8878595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061475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Integration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061475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once the government grants live API access; until then, open-source imdlib supplies historical gridded rainfall/temperature data.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777240" y="4663440"/>
            <a:ext cx="10637215" cy="1234440"/>
          </a:xfrm>
          <a:prstGeom prst="roundRect">
            <a:avLst>
              <a:gd name="adj" fmla="val 5185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05840" y="4800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Hardening the live platform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Production deployment to Google Cloud Run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490618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Formal load testing and a security review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7975397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Activate Redis and Pub/Sub once traffic needs multi-instance scaling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Scientific API Integrations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Cataloged for post-MVP implementation to keep the live prototype on real, working data only — no API is wired in until it actually works.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  <a:gridCol w="164592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it helps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NOAA NWPS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river gauge and streamflow telemetry — live flood staging instead of static buffers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CHIRPS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40+ years of global precipitation data for long-term drought-trend modeling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Probabilistic weather ensembles — confidence intervals on the 7-day storm timeline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SMAP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 soil-moisture monitoring, feeding landslide-risk alerts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WorldPop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demographic GeoJSON queries, replacing today's density-tier population estimate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before/after imagery for automated building and transit-corridor damage comparison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" y="5532120"/>
            <a:ext cx="10637215" cy="548640"/>
          </a:xfrm>
          <a:prstGeom prst="roundRect">
            <a:avLst>
              <a:gd name="adj" fmla="val 11667"/>
            </a:avLst>
          </a:prstGeom>
          <a:solidFill>
            <a:srgbClr val="E8F0F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60120" y="553212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5A8A"/>
                </a:solidFill>
              </a:rPr>
              <a:t>✓ Already live, not future: Sentinel-1 SAR flood detection via Google Earth Engine — see Technologies. (IMD integration status — see Future Development.)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It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201168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645920" y="2121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GitHub Public Repository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23957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repository URL ]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297180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127248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645920" y="3081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Demo Video (3 minutes)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3355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demo video link ]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77240" y="393192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5840" y="4087368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645920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Final Product Link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4315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live product link ]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2026-10-16T14:26:05Z</dcterms:created>
  <dcterms:modified xsi:type="dcterms:W3CDTF">2026-10-16T14:26:05Z</dcterms:modified>
</cp:coreProperties>
</file>